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8E63-1B42-273E-D7CC-F3B07D094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7919-7C24-2367-D710-EDBE2AA48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E81DF-19D7-29AF-8182-57D8C7C8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56E1A-4849-6237-9A69-B3EEDC21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32232-E2C1-3766-991B-072903FF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4812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4FFA-E096-9130-C444-0FFE5C46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777A6-B861-0DC6-514A-F708EC042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43F5F-F415-2E96-1367-BCE78E39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DB8C5-91C5-A135-1B96-DA7CA0EA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283A1-4E1D-F4C0-DB8F-5A888AD2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19268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8286-34FF-C6D6-754A-A84463EC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C5CB8-25FB-54E9-E1DA-C11B36D16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38B68-76B8-7BA6-A202-FE4C0E83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A5A5C-E768-292D-4C80-80FD73A4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231BA-F99A-E263-7221-0C216768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7546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5D97-0101-9DBA-D545-092FF392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2D0C3-A4B3-450D-0C3B-1A1DC9E17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87D1D-4046-76D0-4AC5-C2C6F6F7F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D3FD9-80F5-087C-02E9-CF0CA619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0E264-7C87-D42A-F991-FAF58C32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B3CDC-28C1-280A-5607-1E1C5016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797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D49E-79E7-DF14-2371-E7195F17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0898C-99D2-55C0-741D-2FC102CCC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A28DD-52B5-6137-12D0-D748D1F22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34EB0-F64D-27A1-9F34-A15F2A227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7BCBD-7D18-FBA2-267A-DD044AD53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0C3C43-C7D9-C04D-5C3F-B28C147D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20C94-10A9-821E-CFDA-CDC38744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E42F2-4A7B-7312-3013-BB9F2589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57962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5673-32A1-59EA-9E24-8ADD44718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04D01-BF8C-1635-9121-7039C94C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EBA8A-44BB-C19C-1FC2-37D746BE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A4C79-419A-98CE-340C-089B2ED0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7454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818D4F-A652-D9E1-B62E-839FEBEE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8B08B-3E6D-72E1-A431-25FEDAFD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6D16-32D5-3907-093F-972CA3E94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9626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FA94-4C52-0052-9022-F8473F86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B8AF6-38BB-72E9-F637-8B3DD2435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14FF0-200C-67B6-F5E2-437471129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84CDB-74C8-8006-EA86-7BDFBB2F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68523-1326-7728-10D4-7B34F487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EF3C9-A23C-8A09-012A-878E3A5D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8743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52F4-39BF-C849-6CFD-63CA967C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93E2C-89A8-4E1A-9986-F19A97E80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3ACEE-12F6-853E-341C-E28919886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B40F5-154C-A772-7A65-95551291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E1851-5916-3A9F-21B9-1C238EC1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2481D-8690-3884-4DAB-4E9B03BF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5717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CED1-A612-C066-4422-91AA27F21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94DA9-37E7-1921-B850-5B639CA95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A076-8A96-EDB9-8036-15514BCE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C550D-A456-435E-EBD5-0CA5F04F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DDF7-603E-C90A-33DD-28B8A570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5098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55450-F81F-6A74-ED7B-A77134894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A1E97-6D12-EBDB-96A5-320A25B68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E28A7-032C-AF5F-F87C-E36523EC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53EFD-9811-6064-0168-644D736F0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5A7C6-C129-5475-E810-AEA5005C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7011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545B5-3BA5-9829-3CEA-1E5B6B59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53262-FC6C-C1EA-9242-A098D9F8E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DE835-29E9-47DF-A28A-D0804EDD8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39A47-F6B0-E345-94A9-AC52AA2B594F}" type="datetimeFigureOut">
              <a:rPr lang="en-PT" smtClean="0"/>
              <a:t>15/04/2026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D7028-0490-BFC4-9C8A-D7E10FDBD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59294-DBB3-AB70-6248-91BBA5884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C095E-C202-B44D-A007-EB95AC124E1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18487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D0DF8-309F-84B1-D223-E5645CD7D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T" dirty="0"/>
              <a:t>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99F73-136C-DB87-DFB1-D5FF2267D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PT" dirty="0"/>
              <a:t>este 1</a:t>
            </a:r>
          </a:p>
        </p:txBody>
      </p:sp>
    </p:spTree>
    <p:extLst>
      <p:ext uri="{BB962C8B-B14F-4D97-AF65-F5344CB8AC3E}">
        <p14:creationId xmlns:p14="http://schemas.microsoft.com/office/powerpoint/2010/main" val="142261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4F2AA-D794-9620-4CA2-1E75834AF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57C68-3D22-96C4-BFD7-A9E70D1EE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Teste 2</a:t>
            </a:r>
          </a:p>
        </p:txBody>
      </p:sp>
    </p:spTree>
    <p:extLst>
      <p:ext uri="{BB962C8B-B14F-4D97-AF65-F5344CB8AC3E}">
        <p14:creationId xmlns:p14="http://schemas.microsoft.com/office/powerpoint/2010/main" val="997489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13EB-9082-894D-72D0-27693FE3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6650B-0BC2-7CB9-0380-E1527BBC3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Teste 3</a:t>
            </a:r>
          </a:p>
        </p:txBody>
      </p:sp>
    </p:spTree>
    <p:extLst>
      <p:ext uri="{BB962C8B-B14F-4D97-AF65-F5344CB8AC3E}">
        <p14:creationId xmlns:p14="http://schemas.microsoft.com/office/powerpoint/2010/main" val="332317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3636-5561-2B8C-8790-43FCEF12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7721D-EC8C-4DFC-DD4D-DE1853B33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/>
              <a:t>Teste 4</a:t>
            </a:r>
          </a:p>
        </p:txBody>
      </p:sp>
    </p:spTree>
    <p:extLst>
      <p:ext uri="{BB962C8B-B14F-4D97-AF65-F5344CB8AC3E}">
        <p14:creationId xmlns:p14="http://schemas.microsoft.com/office/powerpoint/2010/main" val="2209427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1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Pereira</dc:creator>
  <cp:lastModifiedBy>Tiago Pereira</cp:lastModifiedBy>
  <cp:revision>1</cp:revision>
  <dcterms:created xsi:type="dcterms:W3CDTF">2026-04-15T14:59:43Z</dcterms:created>
  <dcterms:modified xsi:type="dcterms:W3CDTF">2026-04-15T15:00:08Z</dcterms:modified>
</cp:coreProperties>
</file>